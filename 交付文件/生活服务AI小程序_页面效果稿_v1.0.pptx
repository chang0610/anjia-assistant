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b19c74322c41ff" /><Relationship Type="http://schemas.openxmlformats.org/officeDocument/2006/relationships/extended-properties" Target="/docProps/app.xml" Id="Rb6b6ddcafd1746d6" /><Relationship Type="http://schemas.openxmlformats.org/officeDocument/2006/relationships/officeDocument" Target="/ppt/presentation.xml" Id="R9d39df6d5a9746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9264272fda45e4"/>
  </p:sldMasterIdLst>
  <p:notesMasterIdLst>
    <p:notesMasterId xmlns:r="http://schemas.openxmlformats.org/officeDocument/2006/relationships" r:id="R1c7f608254b1433f"/>
  </p:notesMasterIdLst>
  <p:sldIdLst>
    <p:sldId xmlns:r="http://schemas.openxmlformats.org/officeDocument/2006/relationships" id="256" r:id="R1f633a462c6b4663"/>
    <p:sldId xmlns:r="http://schemas.openxmlformats.org/officeDocument/2006/relationships" id="257" r:id="R1b836ec35d6b4698"/>
    <p:sldId xmlns:r="http://schemas.openxmlformats.org/officeDocument/2006/relationships" id="258" r:id="R17ea2f529f2a460f"/>
    <p:sldId xmlns:r="http://schemas.openxmlformats.org/officeDocument/2006/relationships" id="259" r:id="R6cc52ae4be3b49d0"/>
    <p:sldId xmlns:r="http://schemas.openxmlformats.org/officeDocument/2006/relationships" id="260" r:id="Rd422746de66442b4"/>
    <p:sldId xmlns:r="http://schemas.openxmlformats.org/officeDocument/2006/relationships" id="261" r:id="Rc0dd3ea2f6e6498e"/>
    <p:sldId xmlns:r="http://schemas.openxmlformats.org/officeDocument/2006/relationships" id="262" r:id="R0f34bc88176842fb"/>
    <p:sldId xmlns:r="http://schemas.openxmlformats.org/officeDocument/2006/relationships" id="263" r:id="R5050c3e1877c48fe"/>
    <p:sldId xmlns:r="http://schemas.openxmlformats.org/officeDocument/2006/relationships" id="264" r:id="Rfbe3252bee94417d"/>
    <p:sldId xmlns:r="http://schemas.openxmlformats.org/officeDocument/2006/relationships" id="265" r:id="R305015e7cbc04718"/>
    <p:sldId xmlns:r="http://schemas.openxmlformats.org/officeDocument/2006/relationships" id="266" r:id="Rad53a4b657424dae"/>
    <p:sldId xmlns:r="http://schemas.openxmlformats.org/officeDocument/2006/relationships" id="267" r:id="R61ca281a55b944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ccbaf1debe4441" /><Relationship Type="http://schemas.openxmlformats.org/officeDocument/2006/relationships/slideMaster" Target="/ppt/slideMasters/slideMaster1.xml" Id="R579264272fda45e4" /><Relationship Type="http://schemas.openxmlformats.org/officeDocument/2006/relationships/notesMaster" Target="/ppt/notesMasters/notesMaster1.xml" Id="R1c7f608254b1433f" /><Relationship Type="http://schemas.openxmlformats.org/officeDocument/2006/relationships/presProps" Target="/ppt/presProps.xml" Id="R96ddcae31b7c4b56" /><Relationship Type="http://schemas.openxmlformats.org/officeDocument/2006/relationships/tableStyles" Target="/ppt/tableStyles.xml" Id="R0f9e298becb549b4" /><Relationship Type="http://schemas.openxmlformats.org/officeDocument/2006/relationships/slide" Target="/ppt/slides/slide1.xml" Id="R1f633a462c6b4663" /><Relationship Type="http://schemas.openxmlformats.org/officeDocument/2006/relationships/slide" Target="/ppt/slides/slide2.xml" Id="R1b836ec35d6b4698" /><Relationship Type="http://schemas.openxmlformats.org/officeDocument/2006/relationships/slide" Target="/ppt/slides/slide3.xml" Id="R17ea2f529f2a460f" /><Relationship Type="http://schemas.openxmlformats.org/officeDocument/2006/relationships/slide" Target="/ppt/slides/slide4.xml" Id="R6cc52ae4be3b49d0" /><Relationship Type="http://schemas.openxmlformats.org/officeDocument/2006/relationships/slide" Target="/ppt/slides/slide5.xml" Id="Rd422746de66442b4" /><Relationship Type="http://schemas.openxmlformats.org/officeDocument/2006/relationships/slide" Target="/ppt/slides/slide6.xml" Id="Rc0dd3ea2f6e6498e" /><Relationship Type="http://schemas.openxmlformats.org/officeDocument/2006/relationships/slide" Target="/ppt/slides/slide7.xml" Id="R0f34bc88176842fb" /><Relationship Type="http://schemas.openxmlformats.org/officeDocument/2006/relationships/slide" Target="/ppt/slides/slide8.xml" Id="R5050c3e1877c48fe" /><Relationship Type="http://schemas.openxmlformats.org/officeDocument/2006/relationships/slide" Target="/ppt/slides/slide9.xml" Id="Rfbe3252bee94417d" /><Relationship Type="http://schemas.openxmlformats.org/officeDocument/2006/relationships/slide" Target="/ppt/slides/slide10.xml" Id="R305015e7cbc04718" /><Relationship Type="http://schemas.openxmlformats.org/officeDocument/2006/relationships/slide" Target="/ppt/slides/slide11.xml" Id="Rad53a4b657424dae" /><Relationship Type="http://schemas.openxmlformats.org/officeDocument/2006/relationships/slide" Target="/ppt/slides/slide12.xml" Id="R61ca281a55b944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5685816e9b44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d990047b934ea4" /><Relationship Type="http://schemas.openxmlformats.org/officeDocument/2006/relationships/notesMaster" Target="/ppt/notesMasters/notesMaster1.xml" Id="Ra21450ed759340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78319be5174831" /><Relationship Type="http://schemas.openxmlformats.org/officeDocument/2006/relationships/notesMaster" Target="/ppt/notesMasters/notesMaster1.xml" Id="R5bb9587c334647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e01080bad94d51" /><Relationship Type="http://schemas.openxmlformats.org/officeDocument/2006/relationships/notesMaster" Target="/ppt/notesMasters/notesMaster1.xml" Id="Ra554461fcac448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22ebf49c694557" /><Relationship Type="http://schemas.openxmlformats.org/officeDocument/2006/relationships/notesMaster" Target="/ppt/notesMasters/notesMaster1.xml" Id="Ra8573766d5d747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407c5bfe6f4794" /><Relationship Type="http://schemas.openxmlformats.org/officeDocument/2006/relationships/notesMaster" Target="/ppt/notesMasters/notesMaster1.xml" Id="R87282652b7e840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a03a2b9d664f59" /><Relationship Type="http://schemas.openxmlformats.org/officeDocument/2006/relationships/notesMaster" Target="/ppt/notesMasters/notesMaster1.xml" Id="R577c08aa775641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aa9a7950e24809" /><Relationship Type="http://schemas.openxmlformats.org/officeDocument/2006/relationships/notesMaster" Target="/ppt/notesMasters/notesMaster1.xml" Id="R356b03b68a5b4c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e1be1f2b474571" /><Relationship Type="http://schemas.openxmlformats.org/officeDocument/2006/relationships/notesMaster" Target="/ppt/notesMasters/notesMaster1.xml" Id="R4c83dce3052448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2f8a3c8bf14c6c" /><Relationship Type="http://schemas.openxmlformats.org/officeDocument/2006/relationships/notesMaster" Target="/ppt/notesMasters/notesMaster1.xml" Id="Rc98236f3212c40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9460657af842eb" /><Relationship Type="http://schemas.openxmlformats.org/officeDocument/2006/relationships/notesMaster" Target="/ppt/notesMasters/notesMaster1.xml" Id="Rc6267bdcd3f547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306038bb9a4e23" /><Relationship Type="http://schemas.openxmlformats.org/officeDocument/2006/relationships/notesMaster" Target="/ppt/notesMasters/notesMaster1.xml" Id="R592f7d8ef7a947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6ab5195d8b44e4" /><Relationship Type="http://schemas.openxmlformats.org/officeDocument/2006/relationships/notesMaster" Target="/ppt/notesMasters/notesMaster1.xml" Id="R9f8768d393294d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页面内容依据《生活服务 AI 小程序产品需求文档》v0.2。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本页展示首次使用的主路径。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v0.2：F01 信息采集入口。界面中的区域、价格和日期为演示数据。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v0.2：F01 信息采集与画像确认。界面中的区域、价格和日期为演示数据。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v0.2：F02 任务生成与 F03 进度。界面中的区域、价格和日期为演示数据。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v0.2：F02 任务卡片与依赖。界面中的区域、价格和日期为演示数据。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v0.2：F04 租房准备与区域参考。界面中的区域、价格和日期为演示数据。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v0.2：F04 水电网费预估。界面中的区域、价格和日期为演示数据。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v0.2：F06 日程展示。界面中的区域、价格和日期为演示数据。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v0.2：F06 提醒设置与状态。界面中的区域、价格和日期为演示数据。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v0.2：F07 动态调整与计划版本。界面中的区域、价格和日期为演示数据。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 PRD v0.2：F08 对话、解释与反馈。界面中的区域、价格和日期为演示数据。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bbaaf64d94f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e8f75b82aa425f" /><Relationship Type="http://schemas.openxmlformats.org/officeDocument/2006/relationships/slideLayout" Target="/ppt/slideLayouts/slideLayout1.xml" Id="R96b5711287264f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b5711287264f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d22ea76664112" /><Relationship Type="http://schemas.openxmlformats.org/officeDocument/2006/relationships/image" Target="/ppt/media/image.png" Id="R0b2228b4f36440e3" /><Relationship Type="http://schemas.openxmlformats.org/officeDocument/2006/relationships/image" Target="/ppt/media/image2.png" Id="Rdf97b26d689c48b2" /><Relationship Type="http://schemas.openxmlformats.org/officeDocument/2006/relationships/notesSlide" Target="/ppt/notesSlides/notesSlide1.xml" Id="Rc8993320ccfe45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8f057e5954bcb" /><Relationship Type="http://schemas.openxmlformats.org/officeDocument/2006/relationships/image" Target="/ppt/media/image3.png" Id="Raf58144ca43646fd" /><Relationship Type="http://schemas.openxmlformats.org/officeDocument/2006/relationships/image" Target="/ppt/media/image4.png" Id="R0006d16c5b1748d3" /><Relationship Type="http://schemas.openxmlformats.org/officeDocument/2006/relationships/image" Target="/ppt/media/image5.png" Id="Reb1e4f2acc904413" /><Relationship Type="http://schemas.openxmlformats.org/officeDocument/2006/relationships/image" Target="/ppt/media/image6.png" Id="R89d0219c609249a9" /><Relationship Type="http://schemas.openxmlformats.org/officeDocument/2006/relationships/notesSlide" Target="/ppt/notesSlides/notesSlide2.xml" Id="R15c50c2b04454a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e43fedd9c476d" /><Relationship Type="http://schemas.openxmlformats.org/officeDocument/2006/relationships/image" Target="/ppt/media/image7.png" Id="R63d93f21cdac401e" /><Relationship Type="http://schemas.openxmlformats.org/officeDocument/2006/relationships/notesSlide" Target="/ppt/notesSlides/notesSlide3.xml" Id="Red465c8feddb4b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98b50eb2048a4" /><Relationship Type="http://schemas.openxmlformats.org/officeDocument/2006/relationships/image" Target="/ppt/media/image8.png" Id="Rf29ece84cd6c4805" /><Relationship Type="http://schemas.openxmlformats.org/officeDocument/2006/relationships/notesSlide" Target="/ppt/notesSlides/notesSlide4.xml" Id="R49a9bce941054b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10456790b438a" /><Relationship Type="http://schemas.openxmlformats.org/officeDocument/2006/relationships/image" Target="/ppt/media/image9.png" Id="R0f589bbd008f4a7b" /><Relationship Type="http://schemas.openxmlformats.org/officeDocument/2006/relationships/notesSlide" Target="/ppt/notesSlides/notesSlide5.xml" Id="R2192b095fb5f41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03ae1e1e446da" /><Relationship Type="http://schemas.openxmlformats.org/officeDocument/2006/relationships/image" Target="/ppt/media/image10.png" Id="R670110ce120045af" /><Relationship Type="http://schemas.openxmlformats.org/officeDocument/2006/relationships/notesSlide" Target="/ppt/notesSlides/notesSlide6.xml" Id="R86b6921c34d942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af7dd317747e7" /><Relationship Type="http://schemas.openxmlformats.org/officeDocument/2006/relationships/image" Target="/ppt/media/image11.png" Id="Rb2f86dfebe41404e" /><Relationship Type="http://schemas.openxmlformats.org/officeDocument/2006/relationships/notesSlide" Target="/ppt/notesSlides/notesSlide7.xml" Id="R2d1f0974d0a949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862f15a314f14" /><Relationship Type="http://schemas.openxmlformats.org/officeDocument/2006/relationships/image" Target="/ppt/media/image12.png" Id="R3fad97b7d3a14de9" /><Relationship Type="http://schemas.openxmlformats.org/officeDocument/2006/relationships/notesSlide" Target="/ppt/notesSlides/notesSlide8.xml" Id="R2fb1f62aa97848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a93d8a2ef413e" /><Relationship Type="http://schemas.openxmlformats.org/officeDocument/2006/relationships/image" Target="/ppt/media/image13.png" Id="Rdd83faaa80ac4ae1" /><Relationship Type="http://schemas.openxmlformats.org/officeDocument/2006/relationships/notesSlide" Target="/ppt/notesSlides/notesSlide9.xml" Id="R56ccdb07af6444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13291a8414dba" /><Relationship Type="http://schemas.openxmlformats.org/officeDocument/2006/relationships/image" Target="/ppt/media/image14.png" Id="R45b5a24530184fae" /><Relationship Type="http://schemas.openxmlformats.org/officeDocument/2006/relationships/notesSlide" Target="/ppt/notesSlides/notesSlide10.xml" Id="R5cc0beb5d36240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65ddbf42c4d21" /><Relationship Type="http://schemas.openxmlformats.org/officeDocument/2006/relationships/image" Target="/ppt/media/image15.png" Id="R20dd9ff7be6543a0" /><Relationship Type="http://schemas.openxmlformats.org/officeDocument/2006/relationships/notesSlide" Target="/ppt/notesSlides/notesSlide11.xml" Id="Rd2858c3aadb44f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a67897be84e9a" /><Relationship Type="http://schemas.openxmlformats.org/officeDocument/2006/relationships/image" Target="/ppt/media/image16.png" Id="R56dfbc4c4a864416" /><Relationship Type="http://schemas.openxmlformats.org/officeDocument/2006/relationships/notesSlide" Target="/ppt/notesSlides/notesSlide12.xml" Id="Rbd4033d156f94b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74132-ABEA-4FE6-B4DA-4A8E70C8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生活服务 AI 小程序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F6856-77B5-41E9-8DED-FF4F7183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核心页面效果稿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A897E-5F23-46E3-923D-B9988933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围绕“今天先做什么”，组织租房准备、搬家、公共服务和生活配置。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21D6B-9A8E-4295-A1DE-F79AC8D7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产品名（暂定）　安家序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228b4f36440e3"/>
          <a:stretch xmlns:a="http://schemas.openxmlformats.org/drawingml/2006/main"/>
        </p:blipFill>
        <p:spPr>
          <a:xfrm xmlns:a="http://schemas.openxmlformats.org/drawingml/2006/main">
            <a:off x="7351607" y="333375"/>
            <a:ext cx="2860886" cy="61912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7b26d689c48b2"/>
          <a:stretch xmlns:a="http://schemas.openxmlformats.org/drawingml/2006/main"/>
        </p:blipFill>
        <p:spPr>
          <a:xfrm xmlns:a="http://schemas.openxmlformats.org/drawingml/2006/main">
            <a:off x="9641726" y="1095375"/>
            <a:ext cx="2090647" cy="4524375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</p:spTree>
    <p:extLst>
      <p:ext uri="{BB962C8B-B14F-4D97-AF65-F5344CB8AC3E}">
        <p14:creationId xmlns:p14="http://schemas.microsoft.com/office/powerpoint/2010/main" val="1609802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F69B9-F9F8-4D0C-B4A4-17404B97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体验总览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62A3D-5EC4-4FD3-9B1D-753B6506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核心使用路径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80D88-52FA-45B7-9CF6-452FA878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首次进入后，用户完成必要信息确认，系统生成计划，并在日期或进度变化时同步更新。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8144ca43646fd"/>
          <a:stretch xmlns:a="http://schemas.openxmlformats.org/drawingml/2006/main"/>
        </p:blipFill>
        <p:spPr>
          <a:xfrm xmlns:a="http://schemas.openxmlformats.org/drawingml/2006/main">
            <a:off x="814354" y="2047875"/>
            <a:ext cx="1914593" cy="4143375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5BF1B-E614-4C35-8592-F86C730F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0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1 了解产品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6d16c5b1748d3"/>
          <a:stretch xmlns:a="http://schemas.openxmlformats.org/drawingml/2006/main"/>
        </p:blipFill>
        <p:spPr>
          <a:xfrm xmlns:a="http://schemas.openxmlformats.org/drawingml/2006/main">
            <a:off x="3595654" y="2047875"/>
            <a:ext cx="1914593" cy="4143375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2C451-0ED6-45D9-8665-2FFCD0FA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210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2 补齐信息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e4f2acc904413"/>
          <a:stretch xmlns:a="http://schemas.openxmlformats.org/drawingml/2006/main"/>
        </p:blipFill>
        <p:spPr>
          <a:xfrm xmlns:a="http://schemas.openxmlformats.org/drawingml/2006/main">
            <a:off x="6376954" y="2047875"/>
            <a:ext cx="1914593" cy="4143375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5E020-C2BF-4C39-B0AB-F1EEA14A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210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3 查看今日任务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0219c609249a9"/>
          <a:stretch xmlns:a="http://schemas.openxmlformats.org/drawingml/2006/main"/>
        </p:blipFill>
        <p:spPr>
          <a:xfrm xmlns:a="http://schemas.openxmlformats.org/drawingml/2006/main">
            <a:off x="9158254" y="2047875"/>
            <a:ext cx="1914593" cy="4143375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6D01F-EEA1-4906-BDE2-9249CC93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210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4 执行任务</a:t>
            </a:r>
          </a:p>
        </p:txBody>
      </p:sp>
    </p:spTree>
    <p:extLst>
      <p:ext uri="{BB962C8B-B14F-4D97-AF65-F5344CB8AC3E}">
        <p14:creationId xmlns:p14="http://schemas.microsoft.com/office/powerpoint/2010/main" val="1448964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BD7FD-3B8D-455E-9AEA-7D10031E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6E0BA-95E5-499D-B460-BC33E4D3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首次进入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F1232-EB7B-4226-A643-FAB301C4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先解释产品能做什么，再让用户开始填写信息。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4184B-3977-417A-983B-F8782BA8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用户立即理解产品边界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06CF0-EB89-46A1-B37D-72CBF7BB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首屏只承诺计划、顺序和提醒，不承诺代办或交易。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39B9F-8A57-459E-BDD3-2FF26783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201D0-4E07-49A6-B06A-507BF90B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F01 信息采集入口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93f21cdac401e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2207C-C0D7-4717-9C4B-B41063BE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5774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2B0B3-68FD-406F-A414-477AFA8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2048F-DC06-4195-A143-8A7DFC71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信息采集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EB8C5-C1B6-4173-A2B1-834618A5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每次只问一个决策问题，降低填写负担。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D2C6D-4CC7-43F9-9DED-C91ED18E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采集会改变计划的变量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75E5A-0CAB-4DF1-AF78-89E2274A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通勤、预算、工作地点等信息直接用于任务日期和区域参考。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301F9-BD5F-47E2-A810-DD0B98D2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06FC4-CE96-49AA-8BFB-2CC8B340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F01 信息采集与画像确认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ece84cd6c4805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9B81A-2FF8-4FAE-B487-D50CB4E4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39894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11045-5968-473E-B645-6ACBD07E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117DA-7DAE-4EBE-AFB4-53AB8458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今日计划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23070-2467-41F3-93E6-3D7F29E9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把近期最值得执行的任务放在首页。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0DE42-3221-42B5-A487-0CDB88AF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近期任务保持在 1–3 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3FFDA-10C3-4608-80F6-F7839563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用户能看到截止日期、优先级、原因与完成进度。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0670D-1D5B-45AF-99D4-E7845619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CCD88-D8FA-42DB-B114-9B335718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F02 任务生成与 F03 进度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89bbd008f4a7b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C746E-8DEE-49CF-9518-E26CE048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60552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4D13C-56EF-49FA-8E56-3FB10DE0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01052-9C59-42B8-9F28-EF200CC7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任务详情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2EFA8-FF03-46BE-A8BE-BC9465EC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每个任务都说明原因、步骤、依赖和完成标准。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3AC0F-1921-4B1D-A58B-D063112F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用户知道怎样开始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25C1B-0D2E-4089-80AB-23383368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任务卡片连接计划与实际行动，并支持完成和改期。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80119-2312-4FCD-81B8-3193D14F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3AD5D-7B90-40B1-924F-7AA2ED4B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F02 任务卡片与依赖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110ce120045af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AB9EA-52C1-4216-97C8-53C08EC2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208218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5A60D-C99A-418F-941C-DE5E28F6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D19F7-E4A8-43C7-87D8-19E504D5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区域生活参考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BD4CE-1BBA-49D8-B610-497C0969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按通勤与预算给出区域级参考，并说明周边生活条件。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22DA6-1E58-42C1-9A1B-1057AEED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只展示区域，不展示房源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B304A-5F43-4CB1-BCD9-B49E72B5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页面明确数据口径和匹配状态，用户仍需自行寻找具体房源。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B7BA4-A808-4A2B-94AA-BE5B763D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0C3AA-3096-4BE6-BE3A-1497B459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F04 租房准备与区域参考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86dfebe41404e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A4BB0-56F1-49BF-86D3-1B335A71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2551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5345F-10B6-42CA-95E7-44C8CE20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38116-62BE-4E90-A891-C52A10F3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水电网费估算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203B4-A7A2-4CA7-9659-D48F9E6E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以区间呈现水、电、燃气和宽带的月度预算。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B70DB-D48F-49FF-AD92-71862B8E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估算条件可以调整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D96CB-923A-48AA-A442-F3882492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系统展示假设与不确定性，避免把估算当成账单价格。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9FD9D-7BF4-4D83-B3D6-6D90C46E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27E2A-D039-4CB2-AE64-64A0A873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F04 水电网费预估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d97b7d3a14de9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06A67-262E-4AF4-9A04-E81C950A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760109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30B01-9D95-4E1F-960D-B604269D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AA46A-159D-4901-B153-C9E1EF78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计划日历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25B21-DF84-4378-A6F2-9AB576C7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用户按日期查看租房、搬家和办理事项。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43409-91B8-4034-B857-7C25776F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关键节点集中呈现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7E476-9B51-4718-ADF9-5F23E0C0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日历与任务列表互相联动，改期后同步刷新。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9203E-6E2C-4726-884D-B06523C5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F3B21-345E-4C50-87B8-3656427D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F06 日程展示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3faaa80ac4ae1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1F4D0-8DA3-4B0E-906A-E2E6C3E5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300656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3E0B3-DFF4-425E-964A-A15A3851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C590C-DE8A-40F6-AE0F-799D932A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提醒设置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B7B36-4EC0-4536-A0F3-6FFFF13D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清楚区分站内提醒与微信订阅提醒。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1CBAB-6674-44EB-9063-9BA088F7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发送状态可以解释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04C78-D438-4407-80B2-AD1DF914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页面展示是否授权、是否设置成功以及仅站内等状态。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ACC0D-2817-4281-8345-55BB9B54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D3CC3-B8C6-4E56-9D1E-04D387A8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F06 提醒设置与状态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5a24530184fae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F2B08-7BA9-40E1-B2DA-7C8D71AF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121894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BC349-1A23-48F7-A61B-9116169C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21282-9F77-4F37-874E-DD3AF89A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计划调整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BE308-81B5-4F97-AA74-DECBF2E9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入职或搬家日期变化后，先预览影响再确认更新。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12F75-12BE-4012-8F8E-61D08E88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已完成记录保持不变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A1B41-BB03-46FB-93CA-32846E5C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系统显示被调整的任务、日期变化和潜在冲突。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F5BB5-B07C-44FB-A7D8-1193E024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F15B3-7404-4E04-9F01-66E6F674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F07 动态调整与计划版本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d9ff7be6543a0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DBD13-1AA4-4651-A220-B376732F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59203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87CA2-542C-494D-A553-C3B34A6E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页面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F5FC3-10CB-4533-9BC4-18C3B511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对话与计划联动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8D988-0161-487E-A532-0D45051A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用户通过追问补充特殊条件，确认后再写入计划。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70367-8A49-416E-955B-C5338B65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6B4B"/>
                </a:solidFill>
                <a:latin typeface="PingFang SC"/>
                <a:ea typeface="PingFang SC"/>
                <a:cs typeface="PingFang SC"/>
              </a:rPr>
              <a:t>对话结果可以执行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CF946-321C-4A94-AE9E-F116A85D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示例中，养宠物需求转成租房检查项和周边设施条件。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3EC60-FB6A-4E1A-B7C2-A18D663E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PRD 对应能力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4BA0E-A4F3-48DB-AE33-D7CBE2E2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1D"/>
                </a:solidFill>
                <a:latin typeface="PingFang SC"/>
                <a:ea typeface="PingFang SC"/>
                <a:cs typeface="PingFang SC"/>
              </a:rPr>
              <a:t>F08 对话、解释与反馈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fbc4c4a864416"/>
          <a:stretch xmlns:a="http://schemas.openxmlformats.org/drawingml/2006/main"/>
        </p:blipFill>
        <p:spPr>
          <a:xfrm xmlns:a="http://schemas.openxmlformats.org/drawingml/2006/main">
            <a:off x="7408757" y="361950"/>
            <a:ext cx="2860886" cy="619125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4AE2E-5FD6-4573-BE62-B7C5EFBD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91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736C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05042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2026-09-21T20:27:19.0980000Z</dcterms:created>
  <dcterms:modified xsi:type="dcterms:W3CDTF">2026-09-21T20:27:19.0980000Z</dcterms:modified>
</coreProperties>
</file>